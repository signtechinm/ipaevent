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0DAB"/>
    <a:srgbClr val="C3095D"/>
    <a:srgbClr val="A3DBFF"/>
    <a:srgbClr val="E00A6B"/>
    <a:srgbClr val="E40A6D"/>
    <a:srgbClr val="B00854"/>
    <a:srgbClr val="A31D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1408" y="-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05AB1-C79E-4EEB-A9F6-B08307C1ADF4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28318-B9F6-43AC-AD72-4B01D7CC0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696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928318-B9F6-43AC-AD72-4B01D7CC015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445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345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86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07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46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04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13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42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85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6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47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45C1F-EB0C-4351-BEAF-60215E166217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9C031-602E-46A9-8D4F-6136100EF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66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1926" y="100886"/>
            <a:ext cx="6537198" cy="1169114"/>
          </a:xfrm>
          <a:solidFill>
            <a:srgbClr val="C3095D"/>
          </a:solidFill>
          <a:ln>
            <a:solidFill>
              <a:schemeClr val="accent1"/>
            </a:solidFill>
          </a:ln>
          <a:effectLst>
            <a:softEdge rad="0"/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b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OF PRESENTATION</a:t>
            </a:r>
            <a:b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author: abcdefg</a:t>
            </a:r>
            <a:r>
              <a:rPr lang="en-US" sz="12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Co-author: uvwxyz</a:t>
            </a: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b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300" baseline="3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Dept.of</a:t>
            </a: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………, </a:t>
            </a:r>
            <a:r>
              <a:rPr lang="en-US" sz="1300" baseline="3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 of Pharmacy, Place</a:t>
            </a:r>
            <a:b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Dept.of ……..,</a:t>
            </a:r>
            <a:r>
              <a:rPr lang="en-US" sz="1300" baseline="3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xyz</a:t>
            </a:r>
            <a:r>
              <a:rPr lang="en-US" sz="13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 of Pharmacy, Place</a:t>
            </a:r>
            <a:br>
              <a:rPr lang="en-US" sz="13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1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61925" y="1318333"/>
            <a:ext cx="3175265" cy="3823140"/>
          </a:xfrm>
          <a:solidFill>
            <a:schemeClr val="bg1"/>
          </a:solidFill>
          <a:ln>
            <a:solidFill>
              <a:srgbClr val="E00A6B"/>
            </a:solidFill>
          </a:ln>
          <a:effectLst>
            <a:softEdge rad="0"/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Line1 												</a:t>
            </a: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 defTabSz="180000">
              <a:lnSpc>
                <a:spcPts val="1200"/>
              </a:lnSpc>
              <a:spcBef>
                <a:spcPts val="0"/>
              </a:spcBef>
            </a:pP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ts val="1200"/>
              </a:lnSpc>
              <a:spcBef>
                <a:spcPts val="0"/>
              </a:spcBef>
              <a:buNone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161926" y="5187820"/>
            <a:ext cx="3175264" cy="2687194"/>
          </a:xfrm>
          <a:prstGeom prst="rect">
            <a:avLst/>
          </a:prstGeom>
          <a:ln>
            <a:solidFill>
              <a:srgbClr val="E40A6D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6000"/>
              </a:lnSpc>
              <a:buFont typeface="Arial" panose="020B0604020202020204" pitchFamily="34" charset="0"/>
              <a:buNone/>
            </a:pP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96000"/>
              </a:lnSpc>
              <a:buNone/>
            </a:pPr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Fig1 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Fig2 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>
              <a:lnSpc>
                <a:spcPct val="96000"/>
              </a:lnSpc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</a:t>
            </a:r>
          </a:p>
          <a:p>
            <a:pPr marL="0" lvl="0" indent="0" algn="just" defTabSz="180000">
              <a:lnSpc>
                <a:spcPct val="96000"/>
              </a:lnSpc>
              <a:spcBef>
                <a:spcPts val="0"/>
              </a:spcBef>
              <a:buNone/>
            </a:pPr>
            <a:r>
              <a:rPr lang="en-GB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defTabSz="180000">
              <a:lnSpc>
                <a:spcPct val="170000"/>
              </a:lnSpc>
              <a:spcBef>
                <a:spcPts val="0"/>
              </a:spcBef>
              <a:buNone/>
            </a:pP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170000"/>
              </a:lnSpc>
              <a:spcBef>
                <a:spcPts val="0"/>
              </a:spcBef>
              <a:buNone/>
            </a:pP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4"/>
          <p:cNvSpPr txBox="1">
            <a:spLocks/>
          </p:cNvSpPr>
          <p:nvPr/>
        </p:nvSpPr>
        <p:spPr>
          <a:xfrm>
            <a:off x="161926" y="7951959"/>
            <a:ext cx="3160696" cy="1370521"/>
          </a:xfrm>
          <a:prstGeom prst="rect">
            <a:avLst/>
          </a:prstGeom>
          <a:ln w="12700">
            <a:solidFill>
              <a:srgbClr val="E40A6D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  </a:t>
            </a:r>
          </a:p>
        </p:txBody>
      </p:sp>
      <p:sp>
        <p:nvSpPr>
          <p:cNvPr id="13" name="Content Placeholder 4"/>
          <p:cNvSpPr txBox="1">
            <a:spLocks/>
          </p:cNvSpPr>
          <p:nvPr/>
        </p:nvSpPr>
        <p:spPr>
          <a:xfrm>
            <a:off x="147856" y="9395430"/>
            <a:ext cx="3174766" cy="2228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Fig1 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Fig2 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>
              <a:lnSpc>
                <a:spcPct val="96000"/>
              </a:lnSpc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</a:t>
            </a:r>
          </a:p>
          <a:p>
            <a:pPr marL="0" indent="0" algn="just" defTabSz="180000">
              <a:lnSpc>
                <a:spcPct val="96000"/>
              </a:lnSpc>
              <a:spcBef>
                <a:spcPts val="0"/>
              </a:spcBef>
              <a:buNone/>
            </a:pPr>
            <a:endParaRPr lang="en-IN" sz="1400" dirty="0"/>
          </a:p>
        </p:txBody>
      </p:sp>
      <p:sp>
        <p:nvSpPr>
          <p:cNvPr id="17" name="Content Placeholder 4"/>
          <p:cNvSpPr txBox="1">
            <a:spLocks/>
          </p:cNvSpPr>
          <p:nvPr/>
        </p:nvSpPr>
        <p:spPr>
          <a:xfrm>
            <a:off x="3376943" y="1270000"/>
            <a:ext cx="3322181" cy="22020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180000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Line1</a:t>
            </a: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Line2</a:t>
            </a: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Fig1 </a:t>
            </a: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</a:p>
          <a:p>
            <a:pPr algn="just" defTabSz="180000">
              <a:lnSpc>
                <a:spcPct val="100000"/>
              </a:lnSpc>
              <a:spcBef>
                <a:spcPts val="0"/>
              </a:spcBef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Fig2</a:t>
            </a:r>
            <a:endParaRPr lang="en-IN" dirty="0"/>
          </a:p>
          <a:p>
            <a:pPr defTabSz="180000"/>
            <a:r>
              <a:rPr lang="en-IN" sz="1200" dirty="0"/>
              <a:t>Line3 </a:t>
            </a:r>
          </a:p>
          <a:p>
            <a:pPr defTabSz="180000"/>
            <a:r>
              <a:rPr lang="en-IN" sz="1200" dirty="0"/>
              <a:t>Line4 </a:t>
            </a:r>
          </a:p>
          <a:p>
            <a:pPr defTabSz="180000"/>
            <a:r>
              <a:rPr lang="en-IN" sz="1200" dirty="0"/>
              <a:t>Line5 </a:t>
            </a:r>
          </a:p>
          <a:p>
            <a:pPr defTabSz="180000"/>
            <a:r>
              <a:rPr lang="en-IN" sz="1200" dirty="0"/>
              <a:t>Line6 </a:t>
            </a:r>
          </a:p>
        </p:txBody>
      </p:sp>
      <p:sp>
        <p:nvSpPr>
          <p:cNvPr id="18" name="Content Placeholder 4"/>
          <p:cNvSpPr txBox="1">
            <a:spLocks/>
          </p:cNvSpPr>
          <p:nvPr/>
        </p:nvSpPr>
        <p:spPr>
          <a:xfrm>
            <a:off x="3361055" y="8015863"/>
            <a:ext cx="3311259" cy="1863866"/>
          </a:xfrm>
          <a:prstGeom prst="rect">
            <a:avLst/>
          </a:prstGeom>
          <a:ln>
            <a:solidFill>
              <a:srgbClr val="B0085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</a:t>
            </a:r>
          </a:p>
          <a:p>
            <a:pPr marL="0" indent="0" algn="just" defTabSz="18000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20" name="Content Placeholder 4"/>
          <p:cNvSpPr txBox="1">
            <a:spLocks/>
          </p:cNvSpPr>
          <p:nvPr/>
        </p:nvSpPr>
        <p:spPr>
          <a:xfrm>
            <a:off x="3361055" y="9968593"/>
            <a:ext cx="3311259" cy="1593788"/>
          </a:xfrm>
          <a:prstGeom prst="rect">
            <a:avLst/>
          </a:prstGeom>
          <a:solidFill>
            <a:schemeClr val="bg1"/>
          </a:solidFill>
          <a:ln>
            <a:solidFill>
              <a:srgbClr val="2B0DAB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180000">
              <a:lnSpc>
                <a:spcPct val="75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75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defTabSz="180000">
              <a:lnSpc>
                <a:spcPct val="75000"/>
              </a:lnSpc>
              <a:spcBef>
                <a:spcPts val="0"/>
              </a:spcBef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1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 2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Ref3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Ref4 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Ref5</a:t>
            </a:r>
          </a:p>
          <a:p>
            <a:pPr marL="228600" indent="-228600" algn="just" defTabSz="180000">
              <a:lnSpc>
                <a:spcPct val="75000"/>
              </a:lnSpc>
              <a:spcBef>
                <a:spcPts val="0"/>
              </a:spcBef>
              <a:buFont typeface="+mj-lt"/>
              <a:buAutoNum type="arabicPeriod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Content Placeholder 4"/>
          <p:cNvSpPr txBox="1">
            <a:spLocks/>
          </p:cNvSpPr>
          <p:nvPr/>
        </p:nvSpPr>
        <p:spPr>
          <a:xfrm>
            <a:off x="147857" y="11696579"/>
            <a:ext cx="6524457" cy="390478"/>
          </a:xfrm>
          <a:prstGeom prst="rect">
            <a:avLst/>
          </a:prstGeom>
          <a:solidFill>
            <a:srgbClr val="A31D50"/>
          </a:solidFill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 author e mail ID:                   @gmail.com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at the National IPA Students Congress held on Sept. 19 &amp; 20, 2026 at Kochi, Kerala, India</a:t>
            </a:r>
            <a:endParaRPr lang="en-IN" sz="19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09782" y="8030212"/>
            <a:ext cx="2879550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13" y="1321636"/>
            <a:ext cx="3297610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 /Data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9688" y="5264765"/>
            <a:ext cx="2486079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10085" y="8073860"/>
            <a:ext cx="3162299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2952" y="9438480"/>
            <a:ext cx="2879550" cy="250492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2907" y="1360629"/>
            <a:ext cx="2486079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59618" y="10027144"/>
            <a:ext cx="2879550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Oval 1"/>
          <p:cNvSpPr/>
          <p:nvPr/>
        </p:nvSpPr>
        <p:spPr>
          <a:xfrm>
            <a:off x="272953" y="652670"/>
            <a:ext cx="1137394" cy="58871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P.CODE</a:t>
            </a:r>
          </a:p>
          <a:p>
            <a:pPr algn="ctr"/>
            <a:r>
              <a:rPr lang="en-IN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CT-001</a:t>
            </a:r>
            <a:r>
              <a:rPr lang="en-IN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465415-6F93-580F-7B7B-13EB4463A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54" y="150843"/>
            <a:ext cx="505438" cy="4422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 descr="Indian Pharmaceutical Association | Mumbai">
            <a:extLst>
              <a:ext uri="{FF2B5EF4-FFF2-40B4-BE49-F238E27FC236}">
                <a16:creationId xmlns:a16="http://schemas.microsoft.com/office/drawing/2014/main" id="{2A5A69FF-614B-2BEA-70BA-F9BDD4FA0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8392" y="100886"/>
            <a:ext cx="505438" cy="505438"/>
          </a:xfrm>
          <a:prstGeom prst="rect">
            <a:avLst/>
          </a:prstGeom>
        </p:spPr>
      </p:pic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969B5295-1F0A-5F87-4F29-B029A4470786}"/>
              </a:ext>
            </a:extLst>
          </p:cNvPr>
          <p:cNvSpPr txBox="1">
            <a:spLocks/>
          </p:cNvSpPr>
          <p:nvPr/>
        </p:nvSpPr>
        <p:spPr>
          <a:xfrm>
            <a:off x="3376943" y="3559896"/>
            <a:ext cx="3295372" cy="4389016"/>
          </a:xfrm>
          <a:prstGeom prst="rect">
            <a:avLst/>
          </a:prstGeom>
          <a:ln>
            <a:solidFill>
              <a:srgbClr val="B0085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1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2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3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Fig1 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Fig2 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4</a:t>
            </a:r>
          </a:p>
          <a:p>
            <a:pPr algn="just">
              <a:lnSpc>
                <a:spcPct val="96000"/>
              </a:lnSpc>
            </a:pPr>
            <a:r>
              <a:rPr lang="en-GB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5 </a:t>
            </a:r>
          </a:p>
          <a:p>
            <a:pPr marL="0" indent="0" algn="just" defTabSz="18000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dirty="0"/>
          </a:p>
        </p:txBody>
      </p:sp>
      <p:sp>
        <p:nvSpPr>
          <p:cNvPr id="27" name="Rounded Rectangle 32">
            <a:extLst>
              <a:ext uri="{FF2B5EF4-FFF2-40B4-BE49-F238E27FC236}">
                <a16:creationId xmlns:a16="http://schemas.microsoft.com/office/drawing/2014/main" id="{F906F7B3-913B-62B4-0A32-3223F92CAC02}"/>
              </a:ext>
            </a:extLst>
          </p:cNvPr>
          <p:cNvSpPr/>
          <p:nvPr/>
        </p:nvSpPr>
        <p:spPr>
          <a:xfrm>
            <a:off x="3469168" y="3641068"/>
            <a:ext cx="3162299" cy="236151"/>
          </a:xfrm>
          <a:prstGeom prst="roundRect">
            <a:avLst/>
          </a:prstGeom>
          <a:solidFill>
            <a:srgbClr val="2B0DA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Discussion </a:t>
            </a:r>
          </a:p>
        </p:txBody>
      </p:sp>
    </p:spTree>
    <p:extLst>
      <p:ext uri="{BB962C8B-B14F-4D97-AF65-F5344CB8AC3E}">
        <p14:creationId xmlns:p14="http://schemas.microsoft.com/office/powerpoint/2010/main" val="1946371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455</TotalTime>
  <Words>193</Words>
  <Application>Microsoft Office PowerPoint</Application>
  <PresentationFormat>Widescreen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 TITLE OF PRESENTATION Presenting author: abcdefg1 Co-author: uvwxyz2   1. Dept.of ………, xyz College of Pharmacy, Place 2. Dept.of ……..,xyz College of Pharmacy, Place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dell</cp:lastModifiedBy>
  <cp:revision>71</cp:revision>
  <dcterms:created xsi:type="dcterms:W3CDTF">2019-07-23T06:13:13Z</dcterms:created>
  <dcterms:modified xsi:type="dcterms:W3CDTF">2026-08-31T08:06:37Z</dcterms:modified>
</cp:coreProperties>
</file>